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61" r:id="rId5"/>
    <p:sldId id="258" r:id="rId6"/>
    <p:sldId id="260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381969-36E0-4258-921B-A5BA9EA281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17FA986-BEE5-4F0C-A34B-EE7982297F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5890B1E-80FE-48F0-92A3-894EE5FF7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F06FF-F961-458A-8F66-35716C1AD499}" type="datetimeFigureOut">
              <a:rPr lang="ko-KR" altLang="en-US" smtClean="0"/>
              <a:t>2026-02-03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3866614-3713-4170-AC3C-42A74FCBA9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13451E8-DD05-4907-AB13-1133DC8C7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91C07-7568-4D05-8968-CA8891554F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3066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708957-659C-4A3F-8D96-9E0BCDCC0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4D5C96-7C57-48C2-89DE-651D714574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ABD9A25-1B4F-49CF-BE79-9A374111D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F06FF-F961-458A-8F66-35716C1AD499}" type="datetimeFigureOut">
              <a:rPr lang="ko-KR" altLang="en-US" smtClean="0"/>
              <a:t>2026-02-03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4ABB61C-DB59-4DBA-B332-F517B2F9F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AC41F1E-59DF-43B0-AD78-4BA209B7C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91C07-7568-4D05-8968-CA8891554F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62592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316ED8-E619-4BD0-BA74-075E985953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C0D510C-D4F8-46B7-AA1A-53F1F750FD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0AA323C-467B-4BD5-A5A3-4487055F2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F06FF-F961-458A-8F66-35716C1AD499}" type="datetimeFigureOut">
              <a:rPr lang="ko-KR" altLang="en-US" smtClean="0"/>
              <a:t>2026-02-03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12C1A3E-69CF-4BB2-ADBD-553DC5949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4DAC7CC-D0C5-4126-80C7-B8537FB35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91C07-7568-4D05-8968-CA8891554F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0453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E86BCB-80FF-48E6-AA83-6F82159B5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4218630-8CEB-48C2-AE32-87E77A0FAF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16BED4D-263B-473E-98C2-BC6EB3AAAF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ABC3046-514C-4D31-ABCE-44B83C2CA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F06FF-F961-458A-8F66-35716C1AD499}" type="datetimeFigureOut">
              <a:rPr lang="ko-KR" altLang="en-US" smtClean="0"/>
              <a:t>2026-02-03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0015ACF-EE18-4039-A0D8-8FA41CAAC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2467C4D-E7A2-41C9-9484-C0723E645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91C07-7568-4D05-8968-CA8891554F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85264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8FEBBD-F3E9-4E61-8FBC-8E66A9630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1435D31-A1D5-490F-B0FA-5454E80907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5B9621F-8EC4-44FD-AD92-2123E1E3A9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4ADA70F-060F-481D-822C-54C3E6FDE8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A1936BA-2362-48C6-B516-A43608EC7F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0950548-6A3E-44AF-B7F0-03688C67F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F06FF-F961-458A-8F66-35716C1AD499}" type="datetimeFigureOut">
              <a:rPr lang="ko-KR" altLang="en-US" smtClean="0"/>
              <a:t>2026-02-03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52FA5EC-848F-480F-AA2D-9ABEF00B4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DF5EA2A-5DA5-49EC-A938-68E29372F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91C07-7568-4D05-8968-CA8891554F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93746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987FF1-9028-4533-A5B3-67B0EBD01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7EE6B83-EBCF-4CDD-A847-14F4774BD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F06FF-F961-458A-8F66-35716C1AD499}" type="datetimeFigureOut">
              <a:rPr lang="ko-KR" altLang="en-US" smtClean="0"/>
              <a:t>2026-02-03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9E9CD54-FE40-45E6-A293-31162217D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629B994-3E86-44A1-B5BB-1C87E6CEB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91C07-7568-4D05-8968-CA8891554F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29679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5183349-5E99-427C-BCF1-8D15CBBB4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F06FF-F961-458A-8F66-35716C1AD499}" type="datetimeFigureOut">
              <a:rPr lang="ko-KR" altLang="en-US" smtClean="0"/>
              <a:t>2026-02-03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E81C2CB-26B9-4E49-929C-4FBB68557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027558C-8335-444A-B20C-3025E8161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91C07-7568-4D05-8968-CA8891554F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76254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E10A27-D042-4956-91FF-B1A50DF87C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E1406CF-98A4-4D6A-A6C9-B2903EFFB7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2778C9A-DB2D-4743-86C1-5D19AEE01C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0FE58A9-5D63-4505-A37E-4393AB73F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F06FF-F961-458A-8F66-35716C1AD499}" type="datetimeFigureOut">
              <a:rPr lang="ko-KR" altLang="en-US" smtClean="0"/>
              <a:t>2026-02-03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DE61A89-6FE8-4609-8465-47265EAC3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83C5173-CC9B-444F-A8EB-F4C68265E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91C07-7568-4D05-8968-CA8891554F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4843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632DE7-ED3E-463D-BB91-2F40931F6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F889087-BE82-4729-8759-C85BC89ACD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555741D-22B7-4A4F-90AA-122CD18690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60751C7-214B-4E8D-A99A-605BDCC8D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F06FF-F961-458A-8F66-35716C1AD499}" type="datetimeFigureOut">
              <a:rPr lang="ko-KR" altLang="en-US" smtClean="0"/>
              <a:t>2026-02-03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81F03D9-3F71-4077-BEFA-D54126019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9043AF9-A749-46B5-A0C6-90AF1A712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91C07-7568-4D05-8968-CA8891554F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6469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90E8F8-637A-4F32-B89B-6F5315C25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C645456-B65D-4E1B-970E-5CE9DD7814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1DD221A-6883-4C33-BBF2-8FE163F40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F06FF-F961-458A-8F66-35716C1AD499}" type="datetimeFigureOut">
              <a:rPr lang="ko-KR" altLang="en-US" smtClean="0"/>
              <a:t>2026-02-03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39D29D0-52B5-4E86-BF09-EBCA3F967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8E8F2CA-F6EC-4115-B1F9-A3A3CA9AF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91C07-7568-4D05-8968-CA8891554F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6724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2B0CC70-306F-47B4-87DF-9004EE2795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6147746-A72E-4CC3-8C10-AF85671385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F524C02-208C-4B5D-BFDA-077A67C64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F06FF-F961-458A-8F66-35716C1AD499}" type="datetimeFigureOut">
              <a:rPr lang="ko-KR" altLang="en-US" smtClean="0"/>
              <a:t>2026-02-03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E470F56-4CBE-4C79-AABB-CB098F895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823C360-DC4F-4BD7-9145-1B812EE0B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91C07-7568-4D05-8968-CA8891554F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87940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453B93F-F13B-4B0D-9765-F3CB7B744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B09476F-842A-422C-B94A-F286113A6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3210388-D782-407E-83B5-D726D2D3E4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FF06FF-F961-458A-8F66-35716C1AD499}" type="datetimeFigureOut">
              <a:rPr lang="ko-KR" altLang="en-US" smtClean="0"/>
              <a:t>2026-02-03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A445C02-55A4-49C2-B9A4-2ACF644092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078FDA6-62B9-48D7-B7DB-D912B4CB48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891C07-7568-4D05-8968-CA8891554F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2599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419196-CCC2-4E81-9EDB-37A405D686E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게임 소개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80C2C00-03EE-400F-8B44-FE0A3D043D0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제목과 장르 등등</a:t>
            </a:r>
          </a:p>
        </p:txBody>
      </p:sp>
    </p:spTree>
    <p:extLst>
      <p:ext uri="{BB962C8B-B14F-4D97-AF65-F5344CB8AC3E}">
        <p14:creationId xmlns:p14="http://schemas.microsoft.com/office/powerpoint/2010/main" val="39597166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E49279-859D-4327-BEE5-7C9AA34FD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설치 방법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3E39A3-C926-4E53-A631-F74033A9E8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깃허브</a:t>
            </a:r>
            <a:r>
              <a:rPr lang="ko-KR" altLang="en-US" dirty="0"/>
              <a:t> 주소</a:t>
            </a:r>
            <a:endParaRPr lang="en-US" altLang="ko-KR" dirty="0"/>
          </a:p>
          <a:p>
            <a:r>
              <a:rPr lang="ko-KR" altLang="en-US" dirty="0"/>
              <a:t>압축해제</a:t>
            </a:r>
            <a:endParaRPr lang="en-US" altLang="ko-KR" dirty="0"/>
          </a:p>
          <a:p>
            <a:r>
              <a:rPr lang="en-US" altLang="ko-KR" dirty="0"/>
              <a:t>OverTheSky.exe </a:t>
            </a:r>
            <a:r>
              <a:rPr lang="ko-KR" altLang="en-US" dirty="0"/>
              <a:t>실행</a:t>
            </a:r>
          </a:p>
        </p:txBody>
      </p:sp>
    </p:spTree>
    <p:extLst>
      <p:ext uri="{BB962C8B-B14F-4D97-AF65-F5344CB8AC3E}">
        <p14:creationId xmlns:p14="http://schemas.microsoft.com/office/powerpoint/2010/main" val="32712266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669499-DB7F-4AF6-838B-10A3E4862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게임 플레이 타임 및 난이도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1CD0766-3B6A-4431-AEF7-774AE24FE0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플레이타임 </a:t>
            </a:r>
            <a:r>
              <a:rPr lang="en-US" altLang="ko-KR" dirty="0"/>
              <a:t>20~30</a:t>
            </a:r>
            <a:r>
              <a:rPr lang="ko-KR" altLang="en-US" dirty="0"/>
              <a:t>분</a:t>
            </a:r>
            <a:endParaRPr lang="en-US" altLang="ko-KR" dirty="0"/>
          </a:p>
          <a:p>
            <a:r>
              <a:rPr lang="ko-KR" altLang="en-US" dirty="0"/>
              <a:t>난이도는 중상정도</a:t>
            </a:r>
            <a:endParaRPr lang="en-US" altLang="ko-KR" dirty="0"/>
          </a:p>
          <a:p>
            <a:r>
              <a:rPr lang="ko-KR" altLang="en-US" dirty="0" err="1"/>
              <a:t>개발하신분들</a:t>
            </a:r>
            <a:r>
              <a:rPr lang="ko-KR" altLang="en-US" dirty="0"/>
              <a:t> </a:t>
            </a:r>
            <a:r>
              <a:rPr lang="ko-KR" altLang="en-US" dirty="0" err="1"/>
              <a:t>몇분은</a:t>
            </a:r>
            <a:r>
              <a:rPr lang="ko-KR" altLang="en-US" dirty="0"/>
              <a:t> </a:t>
            </a:r>
            <a:r>
              <a:rPr lang="en-US" altLang="ko-KR" dirty="0"/>
              <a:t>(20</a:t>
            </a:r>
            <a:r>
              <a:rPr lang="ko-KR" altLang="en-US" dirty="0"/>
              <a:t>분 안쪽</a:t>
            </a:r>
            <a:r>
              <a:rPr lang="en-US" altLang="ko-KR"/>
              <a:t>) </a:t>
            </a:r>
            <a:r>
              <a:rPr lang="ko-KR" altLang="en-US"/>
              <a:t>클리어 완료</a:t>
            </a:r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580764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CE9E49-4CB9-4F42-B8DE-3CE589416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기믹</a:t>
            </a:r>
            <a:r>
              <a:rPr lang="ko-KR" altLang="en-US" dirty="0"/>
              <a:t> 간단 소개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CECEB0-838E-4ABA-8A0D-35070B609A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회전 발판</a:t>
            </a:r>
            <a:endParaRPr lang="en-US" altLang="ko-KR" dirty="0"/>
          </a:p>
          <a:p>
            <a:r>
              <a:rPr lang="ko-KR" altLang="en-US" dirty="0"/>
              <a:t>좌우 이동 발판</a:t>
            </a:r>
            <a:endParaRPr lang="en-US" altLang="ko-KR" dirty="0"/>
          </a:p>
          <a:p>
            <a:r>
              <a:rPr lang="ko-KR" altLang="en-US" dirty="0"/>
              <a:t>체크포인트</a:t>
            </a:r>
            <a:endParaRPr lang="en-US" altLang="ko-KR" dirty="0"/>
          </a:p>
          <a:p>
            <a:r>
              <a:rPr lang="ko-KR" altLang="en-US" dirty="0"/>
              <a:t>차가 달려오는 </a:t>
            </a:r>
            <a:r>
              <a:rPr lang="ko-KR" altLang="en-US" dirty="0" err="1"/>
              <a:t>기믹</a:t>
            </a:r>
            <a:endParaRPr lang="en-US" altLang="ko-KR" dirty="0"/>
          </a:p>
          <a:p>
            <a:r>
              <a:rPr lang="ko-KR" altLang="en-US" dirty="0"/>
              <a:t>안개 </a:t>
            </a:r>
            <a:r>
              <a:rPr lang="ko-KR" altLang="en-US" dirty="0" err="1"/>
              <a:t>기믹</a:t>
            </a:r>
            <a:endParaRPr lang="en-US" altLang="ko-KR" dirty="0"/>
          </a:p>
          <a:p>
            <a:r>
              <a:rPr lang="ko-KR" altLang="en-US" dirty="0"/>
              <a:t>파괴</a:t>
            </a:r>
            <a:endParaRPr lang="en-US" altLang="ko-KR" dirty="0"/>
          </a:p>
          <a:p>
            <a:r>
              <a:rPr lang="ko-KR" altLang="en-US" dirty="0"/>
              <a:t>등등</a:t>
            </a:r>
          </a:p>
        </p:txBody>
      </p:sp>
    </p:spTree>
    <p:extLst>
      <p:ext uri="{BB962C8B-B14F-4D97-AF65-F5344CB8AC3E}">
        <p14:creationId xmlns:p14="http://schemas.microsoft.com/office/powerpoint/2010/main" val="34073788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523606-484A-4100-8404-BD03D2B6C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주의점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313F584-BE29-4173-B5BD-FD9694A8E4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좀 </a:t>
            </a:r>
            <a:r>
              <a:rPr lang="ko-KR" altLang="en-US" dirty="0" err="1"/>
              <a:t>화날수도</a:t>
            </a:r>
            <a:r>
              <a:rPr lang="ko-KR" altLang="en-US" dirty="0"/>
              <a:t> 있으니 미리 알려주기</a:t>
            </a:r>
          </a:p>
        </p:txBody>
      </p:sp>
    </p:spTree>
    <p:extLst>
      <p:ext uri="{BB962C8B-B14F-4D97-AF65-F5344CB8AC3E}">
        <p14:creationId xmlns:p14="http://schemas.microsoft.com/office/powerpoint/2010/main" val="29263614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0D0DB-F8B1-477B-806E-A066B87DB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플레이 후기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32AACA6-A19D-47E0-91D1-782F6ED425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플레이 </a:t>
            </a:r>
            <a:r>
              <a:rPr lang="ko-KR" altLang="en-US" dirty="0" err="1"/>
              <a:t>끝나신분</a:t>
            </a:r>
            <a:r>
              <a:rPr lang="ko-KR" altLang="en-US" dirty="0"/>
              <a:t> </a:t>
            </a:r>
            <a:r>
              <a:rPr lang="ko-KR" altLang="en-US" dirty="0" err="1"/>
              <a:t>몇분만</a:t>
            </a:r>
            <a:r>
              <a:rPr lang="ko-KR" altLang="en-US" dirty="0"/>
              <a:t> 플레이 후기 물어보기</a:t>
            </a:r>
          </a:p>
        </p:txBody>
      </p:sp>
    </p:spTree>
    <p:extLst>
      <p:ext uri="{BB962C8B-B14F-4D97-AF65-F5344CB8AC3E}">
        <p14:creationId xmlns:p14="http://schemas.microsoft.com/office/powerpoint/2010/main" val="7159130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63</Words>
  <Application>Microsoft Office PowerPoint</Application>
  <PresentationFormat>와이드스크린</PresentationFormat>
  <Paragraphs>22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맑은 고딕</vt:lpstr>
      <vt:lpstr>Arial</vt:lpstr>
      <vt:lpstr>Office 테마</vt:lpstr>
      <vt:lpstr>게임 소개</vt:lpstr>
      <vt:lpstr>설치 방법</vt:lpstr>
      <vt:lpstr>게임 플레이 타임 및 난이도</vt:lpstr>
      <vt:lpstr>기믹 간단 소개</vt:lpstr>
      <vt:lpstr>주의점</vt:lpstr>
      <vt:lpstr>플레이 후기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게임 소개</dc:title>
  <dc:creator>동현 김</dc:creator>
  <cp:lastModifiedBy>동현 김</cp:lastModifiedBy>
  <cp:revision>8</cp:revision>
  <dcterms:created xsi:type="dcterms:W3CDTF">2026-02-03T08:46:16Z</dcterms:created>
  <dcterms:modified xsi:type="dcterms:W3CDTF">2026-02-03T08:50:15Z</dcterms:modified>
</cp:coreProperties>
</file>