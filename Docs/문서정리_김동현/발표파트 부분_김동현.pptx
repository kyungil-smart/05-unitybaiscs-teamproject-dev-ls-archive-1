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D964F-8259-4471-8E1B-D3C40098A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5056CA-B10C-4A19-AC88-6DBACA02E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03AB31-01E3-4B7C-BB91-AE73DB00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CB5775-9AF3-48F9-9450-525DD93F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779F2C-6DD2-4B2B-9A0C-97C2A64F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67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7BB1-B1D6-4346-913D-3ABD4169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841094-1214-4ACD-BC26-3D2828573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E3883-7E83-4BE1-B841-3934B3FF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983BD2-480C-4741-92AB-0CFCFC4C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34AD05-6432-413A-8402-DAC1EB41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622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3E575-78A9-423A-8ED3-0EB3002A2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38B252-0B1B-4658-98CE-93949B4FA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7CB7C8-F2E7-4E5A-9F90-8EFD6DE9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5D5B87-E56B-4C81-AE49-92510A75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A0226A-D189-44C3-B12C-A2B98956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58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D06F7-C01B-47AA-AD61-1CDF8ED3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3042E0-0431-4D62-BEB2-6DA941293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A7CFC2-C46B-4B28-B955-06D13C566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852188-C2B9-40C6-83D9-5B49F905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7E2274-14EC-4524-ABEB-B2EFC846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00F605-B894-4A73-AECF-0C387573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43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D7EAD-C9E8-4F58-B3A1-C60D63625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E72AE8-5548-434E-9CF2-DDFCC41C3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7FBD1B-B3C9-4C6C-A196-07C20F303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A0D77E-4A85-4294-A37B-076E48960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7ACFAB-1DA8-4AAF-952B-27064A99C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C2E99F6-4717-48AE-B047-8BC08695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27FF32-16C0-41F1-87D6-54BE1DE5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EA9789-FC7B-49E2-B060-7EC548B3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70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4DB460-C5D6-49BF-8CDD-46E938E9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5EF3AF-812D-4A61-86BE-B1D241BCD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C3AC51-8064-48EB-BAE1-C7C97CB98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3B3E27-C258-41A9-B3F0-D916FB1D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48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2FA079-8289-4CF0-9AA9-9A8EA0DC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AFAB9C-EED1-4949-821F-3A8B8044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2ED3A-2F51-4AA3-B40A-942FD018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94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8B39A-676A-4AA6-9430-9E81A28F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BC00C4-C254-43A5-A644-0822CFEE8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9B80EC-DCA0-48F3-B8D2-9F3C70CB1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4816D5-D90F-4E0F-AC10-ED20EA746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471CA6-B570-4890-AF53-C230882CD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EA01ED-2760-4910-AAC2-53FE0E7E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31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53177-B134-4E2A-9642-79DA1A88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5805F0-54E8-420A-A35F-5C4CB59C8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3CA26-3239-4966-AAE0-9D503EF2F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F27D09-9CD8-43F2-8EFB-5D28FCFC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898BF1-1E55-4FFA-9C38-B028CBF5F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F2C2A2-D0D1-4248-81EE-4CBF5066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389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D3AA2-CA71-4492-A21F-B31C3D6B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18AFAE-CA2C-4C96-9353-FD1651334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FB3A03-1FBB-49BF-B4A4-723637F8D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8A5E8E-70C3-4EFA-A600-88110236A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4F60E-2BAC-4A53-A524-CBC243A0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61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695B38E-766A-4CA0-AC02-7FC4F716C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8D0C96-5B5E-4B76-B291-7B90D3E11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8B82F2-789D-4968-8DC7-2A997718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93C40C-A77C-411E-AD9A-9088B757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0DB303-5FB9-4080-9DC5-1A9320A0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45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0C14DA-FB36-4801-B6CB-1F886FB0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DF4286-81A8-4142-851C-C9BECC09C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AA45-6A32-436D-9881-6DE0E132F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8E896-E703-40F5-A6D3-1D7D8206C86F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02ED64-480E-4D85-8C84-2BACBFD90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924659-D3CC-41EB-8EF2-B454125A9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CADDD-278B-4761-89DA-1ECA0B70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81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2E37B70-E257-4057-AC06-2BE49D10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체크포인트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8DAFDE3-1314-4061-BDF3-6B17FE85D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274359"/>
            <a:ext cx="10515600" cy="4351338"/>
          </a:xfrm>
        </p:spPr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체크포인트 깃발의 </a:t>
            </a:r>
            <a:r>
              <a:rPr lang="ko-KR" altLang="en-US" dirty="0" err="1"/>
              <a:t>콜라이더를</a:t>
            </a:r>
            <a:r>
              <a:rPr lang="ko-KR" altLang="en-US" dirty="0"/>
              <a:t> 트리거로 사용한다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트리거에 </a:t>
            </a:r>
            <a:r>
              <a:rPr lang="en-US" altLang="ko-KR" dirty="0"/>
              <a:t>Player</a:t>
            </a:r>
            <a:r>
              <a:rPr lang="ko-KR" altLang="en-US" dirty="0"/>
              <a:t>태그가 달린 플레이어가 닿으면 깃발의 위치를 저장한다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체크포인트 저장과 마지막 체크포인트 위치를 </a:t>
            </a:r>
            <a:r>
              <a:rPr lang="ko-KR" altLang="en-US" dirty="0" err="1"/>
              <a:t>가져오는건체크포인트</a:t>
            </a:r>
            <a:r>
              <a:rPr lang="ko-KR" altLang="en-US" dirty="0"/>
              <a:t> 매니저로 관리한다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2A10C88-B798-4A43-A4BD-E35889C05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267" y="365125"/>
            <a:ext cx="5258534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78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2E37B70-E257-4057-AC06-2BE49D10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리스폰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8DAFDE3-1314-4061-BDF3-6B17FE85D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274359"/>
            <a:ext cx="10515600" cy="4351338"/>
          </a:xfrm>
        </p:spPr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체크포인트매니저의 저장된 </a:t>
            </a:r>
            <a:r>
              <a:rPr lang="ko-KR" altLang="en-US" dirty="0" err="1"/>
              <a:t>좌표값을</a:t>
            </a:r>
            <a:r>
              <a:rPr lang="ko-KR" altLang="en-US" dirty="0"/>
              <a:t> 가져와서 </a:t>
            </a:r>
            <a:r>
              <a:rPr lang="ko-KR" altLang="en-US" dirty="0" err="1"/>
              <a:t>리스폰이</a:t>
            </a:r>
            <a:r>
              <a:rPr lang="ko-KR" altLang="en-US" dirty="0"/>
              <a:t> 가능하다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가져온 </a:t>
            </a:r>
            <a:r>
              <a:rPr lang="ko-KR" altLang="en-US" dirty="0" err="1"/>
              <a:t>좌표값을</a:t>
            </a:r>
            <a:r>
              <a:rPr lang="ko-KR" altLang="en-US" dirty="0"/>
              <a:t> 플레이어의 </a:t>
            </a:r>
            <a:r>
              <a:rPr lang="ko-KR" altLang="en-US" dirty="0" err="1"/>
              <a:t>좌표값에</a:t>
            </a:r>
            <a:r>
              <a:rPr lang="ko-KR" altLang="en-US" dirty="0"/>
              <a:t> 대입하면 </a:t>
            </a:r>
            <a:r>
              <a:rPr lang="ko-KR" altLang="en-US" dirty="0" err="1"/>
              <a:t>리스폰이</a:t>
            </a:r>
            <a:r>
              <a:rPr lang="ko-KR" altLang="en-US" dirty="0"/>
              <a:t> 가능하다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Vector3.zero</a:t>
            </a:r>
            <a:r>
              <a:rPr lang="ko-KR" altLang="en-US" dirty="0"/>
              <a:t>는 혹시라도 낙하 또는 회전 등 여러가지 상황이 나올 </a:t>
            </a:r>
            <a:r>
              <a:rPr lang="ko-KR" altLang="en-US" dirty="0" err="1"/>
              <a:t>수있으니</a:t>
            </a:r>
            <a:r>
              <a:rPr lang="en-US" altLang="ko-KR" dirty="0"/>
              <a:t>. </a:t>
            </a:r>
            <a:r>
              <a:rPr lang="ko-KR" altLang="en-US" dirty="0" err="1"/>
              <a:t>리지드바디를</a:t>
            </a:r>
            <a:r>
              <a:rPr lang="ko-KR" altLang="en-US" dirty="0"/>
              <a:t> 초기화 하기 위해 넣은 것이다</a:t>
            </a:r>
            <a:r>
              <a:rPr lang="en-US" altLang="ko-KR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92BDCF-AA57-477F-990C-B004B9835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839" y="365125"/>
            <a:ext cx="6944694" cy="49189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5D57C6-9A0F-4909-A93A-36B60AF0A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839" y="950071"/>
            <a:ext cx="3667637" cy="7716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AA672F-28D5-4B40-BB72-68C9A1FB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076" y="1850309"/>
            <a:ext cx="3477110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3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2E37B70-E257-4057-AC06-2BE49D10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 소환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8DAFDE3-1314-4061-BDF3-6B17FE85D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274359"/>
            <a:ext cx="10515600" cy="4351338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차는 각자의 속도를 가지고 업데이트를 통해 앞으로 나간다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차량 소환부분은 트리거를 사용하여 플레이어가 </a:t>
            </a:r>
            <a:r>
              <a:rPr lang="ko-KR" altLang="en-US" dirty="0" err="1"/>
              <a:t>트리거존에</a:t>
            </a:r>
            <a:r>
              <a:rPr lang="ko-KR" altLang="en-US" dirty="0"/>
              <a:t> </a:t>
            </a:r>
            <a:r>
              <a:rPr lang="ko-KR" altLang="en-US" dirty="0" err="1"/>
              <a:t>진입시</a:t>
            </a:r>
            <a:r>
              <a:rPr lang="ko-KR" altLang="en-US" dirty="0"/>
              <a:t> 소환한다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플레이어는 계속 움직여야 하기 때문에 </a:t>
            </a:r>
            <a:r>
              <a:rPr lang="ko-KR" altLang="en-US" dirty="0" err="1"/>
              <a:t>코루틴을</a:t>
            </a:r>
            <a:r>
              <a:rPr lang="ko-KR" altLang="en-US" dirty="0"/>
              <a:t> 사용한다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33C56F-6B18-4641-B26B-F666C9E72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496" y="221463"/>
            <a:ext cx="6849431" cy="95471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E35BE02-0FE7-4C8A-B5FC-71579CF9F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023" y="1319835"/>
            <a:ext cx="6658904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1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2E37B70-E257-4057-AC06-2BE49D10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8DAFDE3-1314-4061-BDF3-6B17FE85D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274359"/>
            <a:ext cx="10515600" cy="4351338"/>
          </a:xfrm>
        </p:spPr>
        <p:txBody>
          <a:bodyPr/>
          <a:lstStyle/>
          <a:p>
            <a:r>
              <a:rPr lang="en-US" altLang="ko-KR" dirty="0"/>
              <a:t>UI</a:t>
            </a:r>
            <a:r>
              <a:rPr lang="ko-KR" altLang="en-US" dirty="0"/>
              <a:t>는 </a:t>
            </a:r>
            <a:r>
              <a:rPr lang="en-US" altLang="ko-KR" dirty="0"/>
              <a:t>UI</a:t>
            </a:r>
            <a:r>
              <a:rPr lang="ko-KR" altLang="en-US" dirty="0"/>
              <a:t>매니저를 통해서 관리한다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UI</a:t>
            </a:r>
            <a:r>
              <a:rPr lang="ko-KR" altLang="en-US" dirty="0"/>
              <a:t>매니저에서 각각의 </a:t>
            </a:r>
            <a:r>
              <a:rPr lang="en-US" altLang="ko-KR" dirty="0"/>
              <a:t>UI</a:t>
            </a:r>
            <a:r>
              <a:rPr lang="ko-KR" altLang="en-US" dirty="0"/>
              <a:t>에 </a:t>
            </a:r>
            <a:r>
              <a:rPr lang="en-US" altLang="ko-KR" dirty="0"/>
              <a:t>Text</a:t>
            </a:r>
            <a:r>
              <a:rPr lang="ko-KR" altLang="en-US" dirty="0"/>
              <a:t>에 들어갈 문자의 값을 받아와서 </a:t>
            </a:r>
            <a:r>
              <a:rPr lang="en-US" altLang="ko-KR" dirty="0" err="1"/>
              <a:t>UpdateUI</a:t>
            </a:r>
            <a:r>
              <a:rPr lang="ko-KR" altLang="en-US" dirty="0"/>
              <a:t>를 통해 플레이어에서 호출하면 </a:t>
            </a:r>
            <a:r>
              <a:rPr lang="en-US" altLang="ko-KR" dirty="0"/>
              <a:t>UI</a:t>
            </a:r>
            <a:r>
              <a:rPr lang="ko-KR" altLang="en-US" dirty="0"/>
              <a:t>가 나온다</a:t>
            </a:r>
            <a:r>
              <a:rPr lang="en-US" altLang="ko-KR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8216BE-BDB3-4D4A-8E85-A1DC66CC6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741" y="708774"/>
            <a:ext cx="4553585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44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119</Words>
  <Application>Microsoft Office PowerPoint</Application>
  <PresentationFormat>와이드스크린</PresentationFormat>
  <Paragraphs>20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체크포인트</vt:lpstr>
      <vt:lpstr>리스폰</vt:lpstr>
      <vt:lpstr>차 소환</vt:lpstr>
      <vt:lpstr>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동현 김</dc:creator>
  <cp:lastModifiedBy>동현 김</cp:lastModifiedBy>
  <cp:revision>21</cp:revision>
  <dcterms:created xsi:type="dcterms:W3CDTF">2026-02-03T06:18:44Z</dcterms:created>
  <dcterms:modified xsi:type="dcterms:W3CDTF">2026-02-03T07:28:21Z</dcterms:modified>
</cp:coreProperties>
</file>